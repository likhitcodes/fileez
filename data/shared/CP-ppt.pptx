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37" r:id="rId1"/>
  </p:sldMasterIdLst>
  <p:notesMasterIdLst>
    <p:notesMasterId r:id="rId9"/>
  </p:notesMasterIdLst>
  <p:sldIdLst>
    <p:sldId id="275" r:id="rId2"/>
    <p:sldId id="276" r:id="rId3"/>
    <p:sldId id="267" r:id="rId4"/>
    <p:sldId id="277" r:id="rId5"/>
    <p:sldId id="278" r:id="rId6"/>
    <p:sldId id="279" r:id="rId7"/>
    <p:sldId id="280" r:id="rId8"/>
  </p:sldIdLst>
  <p:sldSz cx="9144000" cy="5143500" type="screen16x9"/>
  <p:notesSz cx="6858000" cy="9144000"/>
  <p:defaultTextStyle>
    <a:defPPr>
      <a:defRPr lang="en-US"/>
    </a:defPPr>
    <a:lvl1pPr marL="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Viit Viit" initials="VV" lastIdx="2" clrIdx="0">
    <p:extLst>
      <p:ext uri="{19B8F6BF-5375-455C-9EA6-DF929625EA0E}">
        <p15:presenceInfo xmlns:p15="http://schemas.microsoft.com/office/powerpoint/2012/main" userId="Viit Viit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F6F6"/>
    <a:srgbClr val="43AEFF"/>
    <a:srgbClr val="25A2FF"/>
    <a:srgbClr val="189CDE"/>
    <a:srgbClr val="0996FF"/>
    <a:srgbClr val="0192FF"/>
    <a:srgbClr val="0594FF"/>
    <a:srgbClr val="008FFA"/>
    <a:srgbClr val="008A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634" y="6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81B592-AEF7-4F19-89CE-62E2656F1C5E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D5559C-9A1D-465C-BD22-C64000BBBB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97848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D5559C-9A1D-465C-BD22-C64000BBBB10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25745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802B5-BD15-03A8-11CD-5ECF9E2E7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83E269-3D28-63D4-A7CF-0F46E8B84E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81DCD9-7F73-9450-BB78-CB29101BC0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CB1DB4-DD30-FA38-2A23-859E917D11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D5559C-9A1D-465C-BD22-C64000BBBB10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69769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22BEE3-B8E8-3519-F74C-60B63AA37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593F31-5805-FF1F-DBCA-C75DB17952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3CD985-82B4-32C5-30C7-5CB9D60077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977615-D96C-6454-4475-E4197E3301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D5559C-9A1D-465C-BD22-C64000BBBB10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47335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67995-6596-4530-A5D2-070242EF9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51055E-320E-84DD-C0C6-2DEB8C1045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D9E475-6931-AC6C-8912-3A7554016B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5BDED8-0580-35EE-16F6-3684206542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D5559C-9A1D-465C-BD22-C64000BBBB10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54709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052C4A-93C3-E07F-776E-433420124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240FAB-DF2F-EE19-F821-45321A6CE5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984AD3-A39E-E359-5CD5-33936350C2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95C019-903F-056D-21DB-31952EBCEC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D5559C-9A1D-465C-BD22-C64000BBBB10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54253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FE9C4-19AC-4D01-81DA-E140B97A9B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BCA5E5-3A78-455F-A1D5-145EA91738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4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A8103-6802-402E-8A9C-2FB10C13A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EAE19A-DC0A-4D53-A4FB-E883E9391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7209EA-FF5B-4648-B17D-3689B5157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AF691-C30B-4477-A4FB-AFF7F164B0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73675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FBEFC-853B-4E71-90C0-35BD8D1F8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AD4BB9-BDA4-4C04-BA11-57AE021A73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11086A-60FA-47B2-80EA-B781B0D07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0DE884-2704-4762-B1F7-A390B5252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9461B4-73E9-4628-92E8-74939F9E7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AF691-C30B-4477-A4FB-AFF7F164B0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22631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0589E-9D4B-44E6-BF11-C075A0629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2C8F49-9067-4135-A992-6FB9ECEA2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D58BF-DC88-48A8-8054-8760C54DA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10900E-11FD-4ACA-8E87-4EC87F1A1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AF7084-87E6-4F73-9995-37B9D5DA7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AF691-C30B-4477-A4FB-AFF7F164B0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54629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22823-44FC-4F0E-988B-2ACF3A6CE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CB5ADA-214B-4BFF-9D95-4AACAA6783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A0DDFE-CE85-4487-A2F7-D43D9AD99D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FE3102-E054-4C70-8672-73C06D74E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ADA228-140D-4F9B-A2FE-74BFB213C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8C3789-8D8D-4D5C-A015-00F074C78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AF691-C30B-4477-A4FB-AFF7F164B0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2263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DAFB0-2CA1-458E-8D17-13C9D16023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598FFF-DC4E-46B0-93F5-FAB67A7D4A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204111-7E13-4A52-A9E1-956A87C87E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A34A28-7BD2-4B06-ABF5-89A47C1564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A6BDF0-5B29-4A2F-8CC0-14E57446D9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741CA3A-A01B-4B5C-A4F8-C14D8EC45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FCAA6B-C991-48DE-B578-AE2A9961C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05B9A6-E7CF-4D3D-9193-F5CCF0408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AF691-C30B-4477-A4FB-AFF7F164B0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2196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DAF43-78DB-4D57-9B2D-80B50CE22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681968-C016-4D62-894F-92EC20981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3BC0E1-975B-4302-8CF3-C520CED71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2DAC7F-9355-4792-84EA-A4C808E3F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AF691-C30B-4477-A4FB-AFF7F164B0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53597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56E9C9-69F5-4D64-AFCA-189935E7A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FB54D1-AD89-4CA0-8134-5D2BAF339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3B8272-E3A3-4683-B86E-79218886B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AF691-C30B-4477-A4FB-AFF7F164B0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398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8ADB3-F3C8-4862-AF7F-04DDE9A44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9489C0-5D66-43A0-995C-51CDB2B895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69A2F6-A867-42FE-8C9C-0CD7E6653E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100"/>
            </a:lvl2pPr>
            <a:lvl3pPr marL="685800" indent="0">
              <a:buNone/>
              <a:defRPr sz="900"/>
            </a:lvl3pPr>
            <a:lvl4pPr marL="1028700" indent="0">
              <a:buNone/>
              <a:defRPr sz="800"/>
            </a:lvl4pPr>
            <a:lvl5pPr marL="1371600" indent="0">
              <a:buNone/>
              <a:defRPr sz="800"/>
            </a:lvl5pPr>
            <a:lvl6pPr marL="1714500" indent="0">
              <a:buNone/>
              <a:defRPr sz="800"/>
            </a:lvl6pPr>
            <a:lvl7pPr marL="2057400" indent="0">
              <a:buNone/>
              <a:defRPr sz="800"/>
            </a:lvl7pPr>
            <a:lvl8pPr marL="2400300" indent="0">
              <a:buNone/>
              <a:defRPr sz="800"/>
            </a:lvl8pPr>
            <a:lvl9pPr marL="2743200" indent="0">
              <a:buNone/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724A67-3315-4540-9790-4166A5A82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DC2BE8-6B25-4D6D-A216-0288779C1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F23A18-5A76-4536-926B-E6B38286E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AF691-C30B-4477-A4FB-AFF7F164B0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258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43C2C-789D-4AF3-A6E0-0AE714409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A586BE-F0E8-46DC-B95E-EBCA679965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5E20C7-39DD-4D17-B93E-E92481C7AF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100"/>
            </a:lvl2pPr>
            <a:lvl3pPr marL="685800" indent="0">
              <a:buNone/>
              <a:defRPr sz="900"/>
            </a:lvl3pPr>
            <a:lvl4pPr marL="1028700" indent="0">
              <a:buNone/>
              <a:defRPr sz="800"/>
            </a:lvl4pPr>
            <a:lvl5pPr marL="1371600" indent="0">
              <a:buNone/>
              <a:defRPr sz="800"/>
            </a:lvl5pPr>
            <a:lvl6pPr marL="1714500" indent="0">
              <a:buNone/>
              <a:defRPr sz="800"/>
            </a:lvl6pPr>
            <a:lvl7pPr marL="2057400" indent="0">
              <a:buNone/>
              <a:defRPr sz="800"/>
            </a:lvl7pPr>
            <a:lvl8pPr marL="2400300" indent="0">
              <a:buNone/>
              <a:defRPr sz="800"/>
            </a:lvl8pPr>
            <a:lvl9pPr marL="2743200" indent="0">
              <a:buNone/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26E00D-6FB3-4F93-91B6-3385B363A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432EE8-F875-4115-8DB6-6E4C5A4D2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D366B0-CAEE-4D99-8704-EBC2029AC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AF691-C30B-4477-A4FB-AFF7F164B0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55204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DBA33-3BCA-4D04-8B42-26F6BB172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73B614-80E5-43E5-ACC0-10C0948786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10C068-F4B8-4482-BCC2-F12B8405B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56C726-B8F7-46D8-A302-A3C69CBCE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672F82-7742-49B4-9D22-A703AE783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AF691-C30B-4477-A4FB-AFF7F164B0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9751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894F4A-84CD-42EC-A311-E7DDDE5B91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A6F8A3-D97A-477F-8A9F-5D2D8FC9CD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DC056D-23ED-4173-85A0-B789F940C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C1BBEB-F29D-4181-968D-AF3F415CE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A03474-7DC7-49B8-A4C4-B10099ED3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AF691-C30B-4477-A4FB-AFF7F164B0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76404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A35254-BA2C-4834-85C4-C01A1408B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11206B-E85F-4151-9F6F-B42BD4F2A1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7575DC-D9A3-4246-8E04-359C1E2416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7412CA-D198-4AFA-9ADD-37508EAD6F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525125-6F41-48E5-B98E-9C500B8810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CAF691-C30B-4477-A4FB-AFF7F164B0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2384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</p:sldLayoutIdLst>
  <p:hf sldNum="0"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322FD-CCA9-4406-9618-24339941CF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9928" y="-114218"/>
            <a:ext cx="7906466" cy="90215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IN" sz="2700" b="1" dirty="0">
                <a:latin typeface="Lucida Sans Typewriter" panose="020B0509030504030204" pitchFamily="49" charset="0"/>
              </a:rPr>
              <a:t>SQLIFY : A COMPLETE SQL AGENT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E6DDC4-FD95-4802-92CF-9A0A661527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59547" y="293053"/>
            <a:ext cx="2604029" cy="160234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4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</a:t>
            </a:r>
          </a:p>
          <a:p>
            <a:endParaRPr lang="en-IN" sz="1400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Dr. Disha Sushant Wankhede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Engineering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VIT Pune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82E6DDC4-FD95-4802-92CF-9A0A66152708}"/>
              </a:ext>
            </a:extLst>
          </p:cNvPr>
          <p:cNvSpPr txBox="1">
            <a:spLocks/>
          </p:cNvSpPr>
          <p:nvPr/>
        </p:nvSpPr>
        <p:spPr>
          <a:xfrm>
            <a:off x="249210" y="4021068"/>
            <a:ext cx="8645581" cy="420461"/>
          </a:xfrm>
          <a:prstGeom prst="rect">
            <a:avLst/>
          </a:prstGeom>
          <a:solidFill>
            <a:srgbClr val="25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68580" tIns="34290" rIns="68580" bIns="34290" rtlCol="0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0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Vishwakarma Institute of Technology, Pune-48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187" y="0"/>
            <a:ext cx="754213" cy="85280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07052" y="4427922"/>
            <a:ext cx="834934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(An Autonomous Institute affiliated to Savitribai Phule Pune University)</a:t>
            </a:r>
          </a:p>
          <a:p>
            <a:pPr algn="ctr"/>
            <a:r>
              <a:rPr lang="en-IN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cs typeface="Arial" pitchFamily="34" charset="0"/>
              </a:rPr>
              <a:t>(NBA and NAAC accredited, ISO 9001:2015 certified)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4B02E0-CCF0-10F0-6AA8-C8ADC3234998}"/>
              </a:ext>
            </a:extLst>
          </p:cNvPr>
          <p:cNvSpPr txBox="1"/>
          <p:nvPr/>
        </p:nvSpPr>
        <p:spPr>
          <a:xfrm>
            <a:off x="249210" y="1283903"/>
            <a:ext cx="19717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Presented By 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BC35FB-42FA-4D42-ECC7-5BBA0E139D32}"/>
              </a:ext>
            </a:extLst>
          </p:cNvPr>
          <p:cNvSpPr txBox="1"/>
          <p:nvPr/>
        </p:nvSpPr>
        <p:spPr>
          <a:xfrm>
            <a:off x="330009" y="1677546"/>
            <a:ext cx="3726352" cy="13515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/>
              <a:t>Sahil Ashok Khaire  : 1252070013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/>
              <a:t>Likhit Abhay </a:t>
            </a:r>
            <a:r>
              <a:rPr lang="en-IN" dirty="0" err="1"/>
              <a:t>Chirmade</a:t>
            </a:r>
            <a:r>
              <a:rPr lang="en-IN" dirty="0"/>
              <a:t>  : 1252070023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/>
              <a:t>Rohan Rajendra Langar  : 1252070025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dirty="0"/>
              <a:t>Pranil Pramod Jatkar  : 1252070026</a:t>
            </a:r>
          </a:p>
        </p:txBody>
      </p:sp>
    </p:spTree>
    <p:extLst>
      <p:ext uri="{BB962C8B-B14F-4D97-AF65-F5344CB8AC3E}">
        <p14:creationId xmlns:p14="http://schemas.microsoft.com/office/powerpoint/2010/main" val="26751402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33F5290-0467-2B95-6507-BB23689CD1F2}"/>
              </a:ext>
            </a:extLst>
          </p:cNvPr>
          <p:cNvSpPr/>
          <p:nvPr/>
        </p:nvSpPr>
        <p:spPr>
          <a:xfrm>
            <a:off x="266055" y="1210041"/>
            <a:ext cx="8515635" cy="1265027"/>
          </a:xfrm>
          <a:prstGeom prst="roundRect">
            <a:avLst/>
          </a:prstGeom>
          <a:solidFill>
            <a:srgbClr val="F6F6F6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07B2ED-3478-8FE1-5B69-8DEB94727BB3}"/>
              </a:ext>
            </a:extLst>
          </p:cNvPr>
          <p:cNvSpPr/>
          <p:nvPr/>
        </p:nvSpPr>
        <p:spPr>
          <a:xfrm>
            <a:off x="0" y="4882455"/>
            <a:ext cx="9144000" cy="252687"/>
          </a:xfrm>
          <a:prstGeom prst="rect">
            <a:avLst/>
          </a:prstGeom>
          <a:solidFill>
            <a:srgbClr val="25A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Department of Computer Engineering, VIT, Pune-48</a:t>
            </a:r>
            <a:endParaRPr lang="en-IN" b="1" dirty="0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AE127C5-6CEF-7594-D79C-F160B86A41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4623" cy="81934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E517E4A-CAEF-6169-2DDD-F13B70089DF7}"/>
              </a:ext>
            </a:extLst>
          </p:cNvPr>
          <p:cNvSpPr txBox="1"/>
          <p:nvPr/>
        </p:nvSpPr>
        <p:spPr>
          <a:xfrm>
            <a:off x="724623" y="296125"/>
            <a:ext cx="50849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Problem statement and solution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0695F29-3FEF-F171-6AD2-52A4C3ADBA43}"/>
              </a:ext>
            </a:extLst>
          </p:cNvPr>
          <p:cNvSpPr txBox="1"/>
          <p:nvPr/>
        </p:nvSpPr>
        <p:spPr>
          <a:xfrm>
            <a:off x="650032" y="1275210"/>
            <a:ext cx="7696445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Problem Statement 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Beginners struggle to write correct SQL queries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No single platform for query writing, execution, and data generation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Manual database practice is time-consuming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Lack of real-time feedback and explanation</a:t>
            </a:r>
            <a:endParaRPr lang="en-IN" b="1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1405653-A06B-2986-DF13-AE56A5C860DD}"/>
              </a:ext>
            </a:extLst>
          </p:cNvPr>
          <p:cNvSpPr/>
          <p:nvPr/>
        </p:nvSpPr>
        <p:spPr>
          <a:xfrm>
            <a:off x="266055" y="2668433"/>
            <a:ext cx="8515635" cy="1504806"/>
          </a:xfrm>
          <a:prstGeom prst="roundRect">
            <a:avLst/>
          </a:prstGeom>
          <a:solidFill>
            <a:srgbClr val="F6F6F6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24A4780-2C4C-2AD2-5F6E-FBEAAA765BC5}"/>
              </a:ext>
            </a:extLst>
          </p:cNvPr>
          <p:cNvSpPr txBox="1"/>
          <p:nvPr/>
        </p:nvSpPr>
        <p:spPr>
          <a:xfrm>
            <a:off x="650032" y="2733602"/>
            <a:ext cx="769644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Solution 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One platform for learning, practicing, and executing SQL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Auto SQL query generation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Integrated SQL editor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Database connectivity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Sample data generation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42512107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25C49-0FED-4D6B-B28B-CEC15C300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051" y="21103"/>
            <a:ext cx="7886700" cy="728004"/>
          </a:xfrm>
        </p:spPr>
        <p:txBody>
          <a:bodyPr>
            <a:normAutofit/>
          </a:bodyPr>
          <a:lstStyle/>
          <a:p>
            <a:pPr algn="ctr"/>
            <a:r>
              <a:rPr lang="en-IN" sz="2700" b="1" dirty="0"/>
              <a:t>   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4623" cy="81934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4882455"/>
            <a:ext cx="9144000" cy="252687"/>
          </a:xfrm>
          <a:prstGeom prst="rect">
            <a:avLst/>
          </a:prstGeom>
          <a:solidFill>
            <a:srgbClr val="43A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Department of Computer Engineering, VIT, Pune-48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AE1C1D-BEAA-BC71-30A8-51D3BD7E4F31}"/>
              </a:ext>
            </a:extLst>
          </p:cNvPr>
          <p:cNvSpPr txBox="1"/>
          <p:nvPr/>
        </p:nvSpPr>
        <p:spPr>
          <a:xfrm>
            <a:off x="941902" y="225887"/>
            <a:ext cx="39257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System Overview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83D0A0A-C556-087C-7B81-DB5BF25B71C6}"/>
              </a:ext>
            </a:extLst>
          </p:cNvPr>
          <p:cNvSpPr/>
          <p:nvPr/>
        </p:nvSpPr>
        <p:spPr>
          <a:xfrm>
            <a:off x="1242377" y="4379495"/>
            <a:ext cx="1287692" cy="252687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39B80B-3495-C58B-C93B-947B6CA8438A}"/>
              </a:ext>
            </a:extLst>
          </p:cNvPr>
          <p:cNvSpPr txBox="1"/>
          <p:nvPr/>
        </p:nvSpPr>
        <p:spPr>
          <a:xfrm>
            <a:off x="189067" y="1069618"/>
            <a:ext cx="44379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dirty="0"/>
              <a:t>Modules in SQLFIY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64F440-8469-53A1-FA0F-B400B364D2CA}"/>
              </a:ext>
            </a:extLst>
          </p:cNvPr>
          <p:cNvSpPr txBox="1"/>
          <p:nvPr/>
        </p:nvSpPr>
        <p:spPr>
          <a:xfrm>
            <a:off x="362311" y="1395859"/>
            <a:ext cx="4572000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Natural Language Query Interface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AI Query Generator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SQL Editor &amp; Execution Engine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Database Connectivity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Synthetic data generation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Gamified SQL Learning Module</a:t>
            </a:r>
          </a:p>
        </p:txBody>
      </p:sp>
      <p:pic>
        <p:nvPicPr>
          <p:cNvPr id="6" name="Picture 5" descr="A diagram of a multicolored star&#10;&#10;AI-generated content may be incorrect.">
            <a:extLst>
              <a:ext uri="{FF2B5EF4-FFF2-40B4-BE49-F238E27FC236}">
                <a16:creationId xmlns:a16="http://schemas.microsoft.com/office/drawing/2014/main" id="{374F4958-8D19-1B6D-1119-A6FB887F73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5554" y="610681"/>
            <a:ext cx="4053638" cy="3922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64602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7546AC-8531-C0FE-36CE-438D2028D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F848A-5ACA-4CBC-406A-FE40DEDD7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051" y="21103"/>
            <a:ext cx="7886700" cy="728004"/>
          </a:xfrm>
        </p:spPr>
        <p:txBody>
          <a:bodyPr>
            <a:normAutofit/>
          </a:bodyPr>
          <a:lstStyle/>
          <a:p>
            <a:pPr algn="ctr"/>
            <a:r>
              <a:rPr lang="en-IN" sz="2700" b="1" dirty="0"/>
              <a:t>  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65AF8DC-1C1B-246E-8D65-45F47AAE7D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4623" cy="819345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9AF30C86-B5CB-D92C-0B66-6E1927E91C32}"/>
              </a:ext>
            </a:extLst>
          </p:cNvPr>
          <p:cNvSpPr/>
          <p:nvPr/>
        </p:nvSpPr>
        <p:spPr>
          <a:xfrm>
            <a:off x="0" y="4882455"/>
            <a:ext cx="9144000" cy="252687"/>
          </a:xfrm>
          <a:prstGeom prst="rect">
            <a:avLst/>
          </a:prstGeom>
          <a:solidFill>
            <a:srgbClr val="43A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Department of Computer Engineering, VIT, Pune-48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31313C-C496-34DC-B1B5-9FA6D16A6B79}"/>
              </a:ext>
            </a:extLst>
          </p:cNvPr>
          <p:cNvSpPr txBox="1"/>
          <p:nvPr/>
        </p:nvSpPr>
        <p:spPr>
          <a:xfrm>
            <a:off x="941902" y="225887"/>
            <a:ext cx="39257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Tech Stack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BD7328-F1AF-55E4-D038-45E46C6269F1}"/>
              </a:ext>
            </a:extLst>
          </p:cNvPr>
          <p:cNvSpPr txBox="1"/>
          <p:nvPr/>
        </p:nvSpPr>
        <p:spPr>
          <a:xfrm>
            <a:off x="492675" y="1024129"/>
            <a:ext cx="4572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Frontend: React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Styling: Tailwind CSS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Database : </a:t>
            </a:r>
            <a:r>
              <a:rPr lang="en-IN" dirty="0" err="1"/>
              <a:t>Supabase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Backend : flask</a:t>
            </a:r>
          </a:p>
        </p:txBody>
      </p:sp>
      <p:pic>
        <p:nvPicPr>
          <p:cNvPr id="2054" name="Picture 6" descr="React Logo PNG Vector">
            <a:extLst>
              <a:ext uri="{FF2B5EF4-FFF2-40B4-BE49-F238E27FC236}">
                <a16:creationId xmlns:a16="http://schemas.microsoft.com/office/drawing/2014/main" id="{916EE43A-0B85-07C5-15F0-D0E698F451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3060" y="2232118"/>
            <a:ext cx="1033714" cy="1033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Tailwind CSS logo">
            <a:extLst>
              <a:ext uri="{FF2B5EF4-FFF2-40B4-BE49-F238E27FC236}">
                <a16:creationId xmlns:a16="http://schemas.microsoft.com/office/drawing/2014/main" id="{5C87741E-E203-0C41-5137-8361374924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2272" y="1847773"/>
            <a:ext cx="1802403" cy="1802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 descr="Flask Development Company 2">
            <a:extLst>
              <a:ext uri="{FF2B5EF4-FFF2-40B4-BE49-F238E27FC236}">
                <a16:creationId xmlns:a16="http://schemas.microsoft.com/office/drawing/2014/main" id="{2A510845-AE98-4D4C-6717-3A59EE8C69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00" y="2183020"/>
            <a:ext cx="1802404" cy="1131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8" descr="Supabase Logo">
            <a:extLst>
              <a:ext uri="{FF2B5EF4-FFF2-40B4-BE49-F238E27FC236}">
                <a16:creationId xmlns:a16="http://schemas.microsoft.com/office/drawing/2014/main" id="{09FD2A34-9F1A-6311-C4AC-1E250E34CF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6244" y="2225812"/>
            <a:ext cx="1815197" cy="1089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52218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8440CF-BD2A-C7E4-76D9-A9983A4C0C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EF34D-4FCE-A9FF-D78C-3A3FA9864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051" y="21103"/>
            <a:ext cx="7886700" cy="728004"/>
          </a:xfrm>
        </p:spPr>
        <p:txBody>
          <a:bodyPr>
            <a:normAutofit/>
          </a:bodyPr>
          <a:lstStyle/>
          <a:p>
            <a:pPr algn="ctr"/>
            <a:r>
              <a:rPr lang="en-IN" sz="2700" b="1" dirty="0"/>
              <a:t>  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F3F05D7-0CBE-849A-974E-93102AE49E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4623" cy="819345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8DCE0B0-3BC5-DF8A-7CCD-B265250B5046}"/>
              </a:ext>
            </a:extLst>
          </p:cNvPr>
          <p:cNvSpPr/>
          <p:nvPr/>
        </p:nvSpPr>
        <p:spPr>
          <a:xfrm>
            <a:off x="0" y="4882455"/>
            <a:ext cx="9144000" cy="252687"/>
          </a:xfrm>
          <a:prstGeom prst="rect">
            <a:avLst/>
          </a:prstGeom>
          <a:solidFill>
            <a:srgbClr val="43A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Department of Computer Engineering, VIT, Pune-48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4A7DB2C-4882-141B-7EA5-16B080FD808C}"/>
              </a:ext>
            </a:extLst>
          </p:cNvPr>
          <p:cNvSpPr/>
          <p:nvPr/>
        </p:nvSpPr>
        <p:spPr>
          <a:xfrm>
            <a:off x="1242377" y="4379495"/>
            <a:ext cx="1287692" cy="252687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464119-B46B-05BF-4ADB-7AF5BDC79869}"/>
              </a:ext>
            </a:extLst>
          </p:cNvPr>
          <p:cNvSpPr txBox="1"/>
          <p:nvPr/>
        </p:nvSpPr>
        <p:spPr>
          <a:xfrm>
            <a:off x="818146" y="225887"/>
            <a:ext cx="4771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System Architecture</a:t>
            </a:r>
          </a:p>
        </p:txBody>
      </p:sp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BC2AD16-F443-68BD-4CA7-269DE6D88D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311" y="749107"/>
            <a:ext cx="7154177" cy="4050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1671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4A537A-4C3F-AFDC-E7AB-C1F0EC813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2F322921-B573-C036-727C-3C004816DED5}"/>
              </a:ext>
            </a:extLst>
          </p:cNvPr>
          <p:cNvSpPr/>
          <p:nvPr/>
        </p:nvSpPr>
        <p:spPr>
          <a:xfrm>
            <a:off x="4998261" y="1794424"/>
            <a:ext cx="3773332" cy="200068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C7423DC3-21B2-3BDC-C39F-737DB5FE3DC5}"/>
              </a:ext>
            </a:extLst>
          </p:cNvPr>
          <p:cNvSpPr/>
          <p:nvPr/>
        </p:nvSpPr>
        <p:spPr>
          <a:xfrm>
            <a:off x="206256" y="1265035"/>
            <a:ext cx="4401267" cy="253006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685C96-9A3A-FE2F-E461-471EC94609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051" y="21103"/>
            <a:ext cx="2532409" cy="728004"/>
          </a:xfrm>
        </p:spPr>
        <p:txBody>
          <a:bodyPr>
            <a:normAutofit/>
          </a:bodyPr>
          <a:lstStyle/>
          <a:p>
            <a:pPr algn="ctr"/>
            <a:r>
              <a:rPr lang="en-IN" sz="2700" b="1" dirty="0"/>
              <a:t>  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A7837B2-CA44-8A2C-CEA6-708AD8D52A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4623" cy="819345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B00E7AC-146C-E754-24A8-F7FBFC558311}"/>
              </a:ext>
            </a:extLst>
          </p:cNvPr>
          <p:cNvSpPr/>
          <p:nvPr/>
        </p:nvSpPr>
        <p:spPr>
          <a:xfrm>
            <a:off x="0" y="4882455"/>
            <a:ext cx="9144000" cy="252687"/>
          </a:xfrm>
          <a:prstGeom prst="rect">
            <a:avLst/>
          </a:prstGeom>
          <a:solidFill>
            <a:srgbClr val="43A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Department of Computer Engineering, VIT, Pune-48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827BE9-6169-4576-3129-AE00AC8A9C19}"/>
              </a:ext>
            </a:extLst>
          </p:cNvPr>
          <p:cNvSpPr txBox="1"/>
          <p:nvPr/>
        </p:nvSpPr>
        <p:spPr>
          <a:xfrm>
            <a:off x="941901" y="225887"/>
            <a:ext cx="55895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Advantages And Application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67362E1-6113-61A1-FDE2-C204D87C62EA}"/>
              </a:ext>
            </a:extLst>
          </p:cNvPr>
          <p:cNvSpPr txBox="1"/>
          <p:nvPr/>
        </p:nvSpPr>
        <p:spPr>
          <a:xfrm>
            <a:off x="423922" y="1455570"/>
            <a:ext cx="3763067" cy="2031325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Saves learning 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Reduces syntax errors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Improves SQL understanding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Hands-on practical learning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Useful for students and trainers</a:t>
            </a:r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3589F69-4A83-4E42-DE9A-35C87C888FB9}"/>
              </a:ext>
            </a:extLst>
          </p:cNvPr>
          <p:cNvSpPr txBox="1"/>
          <p:nvPr/>
        </p:nvSpPr>
        <p:spPr>
          <a:xfrm>
            <a:off x="5283008" y="2158372"/>
            <a:ext cx="3203838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SQL Learning Platform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College Labs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Interview Preparation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Training Institutes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Self-Practice Tool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778546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624D19-E1D6-2FD1-1375-1E6A75E28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321576F-C905-1053-9D46-704140EDEA40}"/>
              </a:ext>
            </a:extLst>
          </p:cNvPr>
          <p:cNvSpPr/>
          <p:nvPr/>
        </p:nvSpPr>
        <p:spPr>
          <a:xfrm>
            <a:off x="226881" y="1100030"/>
            <a:ext cx="3499471" cy="136816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B820F0-03C7-5279-EE42-9043FF734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051" y="21103"/>
            <a:ext cx="7886700" cy="728004"/>
          </a:xfrm>
        </p:spPr>
        <p:txBody>
          <a:bodyPr>
            <a:normAutofit/>
          </a:bodyPr>
          <a:lstStyle/>
          <a:p>
            <a:pPr algn="ctr"/>
            <a:r>
              <a:rPr lang="en-IN" sz="2700" b="1" dirty="0"/>
              <a:t>  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8AE882E-0A1E-8B3A-8153-D16C89E27D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4623" cy="819345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416DE15-46DF-453E-0E2B-D808CCAB0FEB}"/>
              </a:ext>
            </a:extLst>
          </p:cNvPr>
          <p:cNvSpPr/>
          <p:nvPr/>
        </p:nvSpPr>
        <p:spPr>
          <a:xfrm>
            <a:off x="0" y="4882455"/>
            <a:ext cx="9144000" cy="252687"/>
          </a:xfrm>
          <a:prstGeom prst="rect">
            <a:avLst/>
          </a:prstGeom>
          <a:solidFill>
            <a:srgbClr val="43A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Department of Computer Engineering, VIT, Pune-48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085970B-A081-2023-A7C2-1A9271C846B3}"/>
              </a:ext>
            </a:extLst>
          </p:cNvPr>
          <p:cNvSpPr/>
          <p:nvPr/>
        </p:nvSpPr>
        <p:spPr>
          <a:xfrm>
            <a:off x="1242377" y="4379495"/>
            <a:ext cx="1287692" cy="252687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D2D95F-6165-666E-FFC5-1C02552104CF}"/>
              </a:ext>
            </a:extLst>
          </p:cNvPr>
          <p:cNvSpPr txBox="1"/>
          <p:nvPr/>
        </p:nvSpPr>
        <p:spPr>
          <a:xfrm>
            <a:off x="818147" y="225887"/>
            <a:ext cx="45376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Conclusion and Future Scope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9498E01-C0C3-5A1E-EE6F-BB05BAC1CA88}"/>
              </a:ext>
            </a:extLst>
          </p:cNvPr>
          <p:cNvSpPr txBox="1"/>
          <p:nvPr/>
        </p:nvSpPr>
        <p:spPr>
          <a:xfrm>
            <a:off x="226881" y="2726956"/>
            <a:ext cx="4345119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Conclusion:</a:t>
            </a:r>
            <a:r>
              <a:rPr lang="en-US" dirty="0"/>
              <a:t> </a:t>
            </a:r>
            <a:r>
              <a:rPr lang="en-US" dirty="0" err="1"/>
              <a:t>SQLify</a:t>
            </a:r>
            <a:r>
              <a:rPr lang="en-US" dirty="0"/>
              <a:t> simplifies database interaction using AI-powered natural language processing. It bridges the gap between theory and practical SQL usage by providing an intelligent, scalable, and user-friendly platform for learners and professionals.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45F2B9-13E6-B440-785E-3B6EF39B392B}"/>
              </a:ext>
            </a:extLst>
          </p:cNvPr>
          <p:cNvSpPr txBox="1"/>
          <p:nvPr/>
        </p:nvSpPr>
        <p:spPr>
          <a:xfrm>
            <a:off x="362311" y="1178389"/>
            <a:ext cx="457200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Support for more databases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Advanced query optimization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AI-based query explanation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User progress tracking and analytics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Enterprise-level integrations</a:t>
            </a:r>
          </a:p>
        </p:txBody>
      </p:sp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D3A3AF9-07F8-5E57-4978-F7F0DD9C07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5012" y="651571"/>
            <a:ext cx="3914498" cy="2075385"/>
          </a:xfrm>
          <a:prstGeom prst="rect">
            <a:avLst/>
          </a:prstGeom>
        </p:spPr>
      </p:pic>
      <p:pic>
        <p:nvPicPr>
          <p:cNvPr id="15" name="Picture 1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55C965C-AE92-15E7-C124-5A9CF64628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1920" y="2833655"/>
            <a:ext cx="3935199" cy="204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7864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2939</TotalTime>
  <Words>326</Words>
  <Application>Microsoft Office PowerPoint</Application>
  <PresentationFormat>On-screen Show (16:9)</PresentationFormat>
  <Paragraphs>89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Calibri</vt:lpstr>
      <vt:lpstr>Calibri Light</vt:lpstr>
      <vt:lpstr>Lucida Sans Typewriter</vt:lpstr>
      <vt:lpstr>Times New Roman</vt:lpstr>
      <vt:lpstr>Wingdings</vt:lpstr>
      <vt:lpstr>Office Theme</vt:lpstr>
      <vt:lpstr>SQLIFY : A COMPLETE SQL AGENT</vt:lpstr>
      <vt:lpstr>PowerPoint Presentation</vt:lpstr>
      <vt:lpstr>   </vt:lpstr>
      <vt:lpstr>   </vt:lpstr>
      <vt:lpstr>   </vt:lpstr>
      <vt:lpstr>   </vt:lpstr>
      <vt:lpstr> 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Ethics and Standard Practices for Engineers</dc:title>
  <dc:creator>Viit Viit</dc:creator>
  <cp:lastModifiedBy>Rohan Langar</cp:lastModifiedBy>
  <cp:revision>100</cp:revision>
  <dcterms:created xsi:type="dcterms:W3CDTF">2020-04-02T16:05:06Z</dcterms:created>
  <dcterms:modified xsi:type="dcterms:W3CDTF">2025-12-16T15:15:51Z</dcterms:modified>
</cp:coreProperties>
</file>